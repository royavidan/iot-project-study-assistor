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26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חמש דקות. פותחים אנרגטי. 40 אחוז תוכן, 60 אחוז אתם: אנרגיה, קשר עין, טון.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פתיחה של 20 עד 30 שניות: ספרו רגע אמיתי שלכם, שבו התעוררתם אחרי שעתיים וגיליתם שלא התקדמתם. אם אין סיפור אישי, תארו לעצמכם בוקר רגיל של עבודה מהבית. סיפור נשאר בזיכרון הרבה יותר ממספרים.</a:t>
            </a:r>
          </a:p>
          <a:p>
            <a:r>
              <a:t>תמונה מומלצת: שולחן עבודה ביתי, טלפון מאיר ליד המקלדת.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תראו, אל תספרו: שימו תמונה אמיתית של הקופסה וצילום מסך אחד מהאפליקציה. אם אפשר, עשו דמו חי של 15 שניות ותתחילו סשן על הקופסה מול הקהל.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החליפו את המספרים במספרים אמיתיים שתחקרו, ואל תזרקו שוק של מיליארדים. אפשר לאמת במקורות עם פרפלקסיטי או נוטבוק אל אם. חישוב מלמטה למעלה נותן הרבה יותר אמינות.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אל תגידו שאין לכם תחרות, זה דגל אדום. גם לא לעשות כלום זו תחרות, וכבר כללנו אותה. הראו בגרות בניתוח הזירה.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סיימו במשפט החזון בעל פה, שסוגר את המעגל לשקף הראשון: שאף אחד לא יסיים עוד יום מול המסך בלי לדעת אם באמת עבד.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השאירו את משפט החזון על המסך כמה שניות. תודה.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8160" y="2331720"/>
            <a:ext cx="164592" cy="1828800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09074"/>
            <a:ext cx="722376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8800" b="1" dirty="0" err="1">
                <a:solidFill>
                  <a:srgbClr val="F5F5F5"/>
                </a:solidFill>
                <a:latin typeface="Arial"/>
              </a:rPr>
              <a:t>MindBox</a:t>
            </a:r>
            <a:endParaRPr sz="8800" b="1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2600" b="0" dirty="0" err="1">
                <a:solidFill>
                  <a:srgbClr val="AAAAAA"/>
                </a:solidFill>
                <a:latin typeface="Arial"/>
              </a:rPr>
              <a:t>קופסה</a:t>
            </a:r>
            <a:r>
              <a:rPr sz="2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2600" b="0" dirty="0" err="1">
                <a:solidFill>
                  <a:srgbClr val="AAAAAA"/>
                </a:solidFill>
                <a:latin typeface="Arial"/>
              </a:rPr>
              <a:t>אחת</a:t>
            </a:r>
            <a:r>
              <a:rPr sz="2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2600" b="0" dirty="0" err="1">
                <a:solidFill>
                  <a:srgbClr val="AAAAAA"/>
                </a:solidFill>
                <a:latin typeface="Arial"/>
              </a:rPr>
              <a:t>על</a:t>
            </a:r>
            <a:r>
              <a:rPr sz="2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2600" b="0" dirty="0" err="1">
                <a:solidFill>
                  <a:srgbClr val="AAAAAA"/>
                </a:solidFill>
                <a:latin typeface="Arial"/>
              </a:rPr>
              <a:t>השולחן</a:t>
            </a:r>
            <a:r>
              <a:rPr sz="2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2600" b="0" dirty="0" err="1">
                <a:solidFill>
                  <a:srgbClr val="AAAAAA"/>
                </a:solidFill>
                <a:latin typeface="Arial"/>
              </a:rPr>
              <a:t>ששומרת</a:t>
            </a:r>
            <a:r>
              <a:rPr sz="2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2600" b="0" dirty="0" err="1">
                <a:solidFill>
                  <a:srgbClr val="AAAAAA"/>
                </a:solidFill>
                <a:latin typeface="Arial"/>
              </a:rPr>
              <a:t>אתכם</a:t>
            </a:r>
            <a:r>
              <a:rPr sz="2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2600" b="0" dirty="0" err="1">
                <a:solidFill>
                  <a:srgbClr val="AAAAAA"/>
                </a:solidFill>
                <a:latin typeface="Arial"/>
              </a:rPr>
              <a:t>בפוקוס</a:t>
            </a:r>
            <a:endParaRPr sz="2600" b="0" dirty="0">
              <a:solidFill>
                <a:srgbClr val="AAAAA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5775234"/>
            <a:ext cx="10908792" cy="6386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200"/>
              </a:spcAft>
            </a:pPr>
            <a:r>
              <a:rPr sz="1600" b="0" dirty="0" err="1">
                <a:solidFill>
                  <a:srgbClr val="AAAAAA"/>
                </a:solidFill>
                <a:latin typeface="Arial"/>
              </a:rPr>
              <a:t>דמו</a:t>
            </a:r>
            <a:r>
              <a:rPr sz="1600" b="0" dirty="0">
                <a:solidFill>
                  <a:srgbClr val="AAAAAA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AAAAAA"/>
                </a:solidFill>
                <a:latin typeface="Arial"/>
              </a:rPr>
              <a:t>דיי</a:t>
            </a:r>
            <a:endParaRPr sz="1600" b="0" dirty="0">
              <a:solidFill>
                <a:srgbClr val="AAAAAA"/>
              </a:solidFill>
              <a:latin typeface="Arial"/>
            </a:endParaRPr>
          </a:p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lang="he-IL" sz="1600" b="0" dirty="0" err="1">
                <a:solidFill>
                  <a:srgbClr val="AAAAAA"/>
                </a:solidFill>
                <a:latin typeface="Arial"/>
              </a:rPr>
              <a:t>טאיו</a:t>
            </a:r>
            <a:r>
              <a:rPr lang="he-IL" sz="1600" b="0" dirty="0">
                <a:solidFill>
                  <a:srgbClr val="AAAAAA"/>
                </a:solidFill>
                <a:latin typeface="Arial"/>
              </a:rPr>
              <a:t> ימין</a:t>
            </a:r>
            <a:endParaRPr sz="1600" b="0" dirty="0">
              <a:solidFill>
                <a:srgbClr val="AAAAAA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73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E5352B"/>
                </a:solidFill>
                <a:latin typeface="Arial"/>
              </a:rPr>
              <a:t>01  </a:t>
            </a:r>
            <a:r>
              <a:rPr lang="he-IL" sz="1800" b="1" dirty="0">
                <a:solidFill>
                  <a:srgbClr val="E5352B"/>
                </a:solidFill>
                <a:latin typeface="Arial"/>
              </a:rPr>
              <a:t> - </a:t>
            </a:r>
            <a:r>
              <a:rPr sz="1800" b="1" dirty="0" err="1">
                <a:solidFill>
                  <a:srgbClr val="E5352B"/>
                </a:solidFill>
                <a:latin typeface="Arial"/>
              </a:rPr>
              <a:t>הבעיה</a:t>
            </a:r>
            <a:endParaRPr sz="1800" b="1" dirty="0">
              <a:solidFill>
                <a:srgbClr val="E5352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6036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lang="he-IL" sz="3400" b="1" dirty="0">
                <a:solidFill>
                  <a:srgbClr val="F5F5F5"/>
                </a:solidFill>
                <a:latin typeface="Arial"/>
              </a:rPr>
              <a:t>מה קורה שהזמן לא מנוהל?</a:t>
            </a:r>
            <a:endParaRPr sz="3400" b="1" dirty="0">
              <a:solidFill>
                <a:srgbClr val="F5F5F5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4015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dirty="0">
                <a:solidFill>
                  <a:srgbClr val="F5F5F5"/>
                </a:solidFill>
                <a:latin typeface="Arial"/>
              </a:rPr>
              <a:t> 	 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50% </a:t>
            </a:r>
            <a:r>
              <a:rPr lang="he-IL" sz="2200" dirty="0">
                <a:solidFill>
                  <a:srgbClr val="F5F5F5"/>
                </a:solidFill>
                <a:latin typeface="Arial"/>
              </a:rPr>
              <a:t>מדחיינות כרונית 	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dirty="0">
                <a:solidFill>
                  <a:srgbClr val="F5F5F5"/>
                </a:solidFill>
                <a:latin typeface="Arial"/>
              </a:rPr>
              <a:t>	 40% מדווחים שהלימודים מקשים עליהם לתפקד ביומיום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b="0" dirty="0">
                <a:solidFill>
                  <a:srgbClr val="F5F5F5"/>
                </a:solidFill>
                <a:latin typeface="Arial"/>
              </a:rPr>
              <a:t>      80% מהסטודנטים מדווחים שהם מרגישים מוצפים ועמוסים רגשית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dirty="0">
                <a:solidFill>
                  <a:srgbClr val="F5F5F5"/>
                </a:solidFill>
                <a:latin typeface="Arial"/>
              </a:rPr>
              <a:t> 	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82% מגיעים לשחיקה אקדמית בנקודה </a:t>
            </a:r>
            <a:r>
              <a:rPr lang="he-IL" sz="2200" b="0" dirty="0" err="1">
                <a:solidFill>
                  <a:srgbClr val="F5F5F5"/>
                </a:solidFill>
                <a:latin typeface="Arial"/>
              </a:rPr>
              <a:t>מסויימת</a:t>
            </a:r>
            <a:endParaRPr lang="he-IL" sz="2200" dirty="0">
              <a:solidFill>
                <a:srgbClr val="F5F5F5"/>
              </a:solidFill>
              <a:latin typeface="Arial"/>
            </a:endParaRPr>
          </a:p>
          <a:p>
            <a:pPr lvl="1"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dirty="0">
                <a:solidFill>
                  <a:srgbClr val="F5F5F5"/>
                </a:solidFill>
                <a:latin typeface="Arial"/>
              </a:rPr>
              <a:t>	</a:t>
            </a:r>
            <a:r>
              <a:rPr lang="he-IL" sz="2200" b="1" u="sng" dirty="0">
                <a:solidFill>
                  <a:srgbClr val="F5F5F5"/>
                </a:solidFill>
                <a:latin typeface="Arial"/>
              </a:rPr>
              <a:t>סטודנטים הסובלים משחיקה מציגים שיעור נשירה גבוהה פי 2.5 מסטודנטים רגילים.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endParaRPr lang="he-IL"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dirty="0">
                <a:solidFill>
                  <a:srgbClr val="F5F5F5"/>
                </a:solidFill>
                <a:latin typeface="Arial"/>
              </a:rPr>
              <a:t>	</a:t>
            </a:r>
            <a:endParaRPr sz="2200" b="0" dirty="0">
              <a:solidFill>
                <a:srgbClr val="F5F5F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73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E5352B"/>
                </a:solidFill>
                <a:latin typeface="Arial"/>
              </a:rPr>
              <a:t>02  </a:t>
            </a:r>
            <a:r>
              <a:rPr lang="he-IL" sz="1800" b="1" dirty="0">
                <a:solidFill>
                  <a:srgbClr val="E5352B"/>
                </a:solidFill>
                <a:latin typeface="Arial"/>
              </a:rPr>
              <a:t> - </a:t>
            </a:r>
            <a:r>
              <a:rPr sz="1800" b="1" dirty="0" err="1">
                <a:solidFill>
                  <a:srgbClr val="E5352B"/>
                </a:solidFill>
                <a:latin typeface="Arial"/>
              </a:rPr>
              <a:t>הפתרון</a:t>
            </a:r>
            <a:endParaRPr sz="1800" b="1" dirty="0">
              <a:solidFill>
                <a:srgbClr val="E5352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3034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800" b="1" dirty="0" err="1">
                <a:solidFill>
                  <a:srgbClr val="F5F5F5"/>
                </a:solidFill>
                <a:latin typeface="Arial"/>
              </a:rPr>
              <a:t>MindBox</a:t>
            </a:r>
            <a:endParaRPr sz="3800" b="1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800" b="1" dirty="0" err="1">
                <a:solidFill>
                  <a:srgbClr val="F5F5F5"/>
                </a:solidFill>
                <a:latin typeface="Arial"/>
              </a:rPr>
              <a:t>קופסה</a:t>
            </a:r>
            <a:r>
              <a:rPr sz="38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5F5F5"/>
                </a:solidFill>
                <a:latin typeface="Arial"/>
              </a:rPr>
              <a:t>אחת</a:t>
            </a:r>
            <a:r>
              <a:rPr sz="38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5F5F5"/>
                </a:solidFill>
                <a:latin typeface="Arial"/>
              </a:rPr>
              <a:t>ששומרת</a:t>
            </a:r>
            <a:r>
              <a:rPr sz="38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5F5F5"/>
                </a:solidFill>
                <a:latin typeface="Arial"/>
              </a:rPr>
              <a:t>אתכם</a:t>
            </a:r>
            <a:r>
              <a:rPr sz="38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5F5F5"/>
                </a:solidFill>
                <a:latin typeface="Arial"/>
              </a:rPr>
              <a:t>בפוקוס</a:t>
            </a:r>
            <a:endParaRPr sz="3800" b="1" dirty="0">
              <a:solidFill>
                <a:srgbClr val="F5F5F5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26214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טיימר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חכם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לעבודה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והפסקות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בלי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לגעת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בטלפו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ן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lang="he-IL" sz="2200" dirty="0">
                <a:solidFill>
                  <a:srgbClr val="F5F5F5"/>
                </a:solidFill>
                <a:latin typeface="Arial"/>
              </a:rPr>
              <a:t>	חיישנים סביבה: רעש, תאורה, ואם קמתם מהכיסא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אלגוריתמים ושיטות למידה מבוססות ובנוסף שילו</a:t>
            </a:r>
            <a:r>
              <a:rPr lang="he-IL" sz="2200" dirty="0">
                <a:solidFill>
                  <a:srgbClr val="F5F5F5"/>
                </a:solidFill>
                <a:latin typeface="Arial"/>
              </a:rPr>
              <a:t>ב בינה מלאכותית לקשר ולעקוב אחריי הבריאות של המשתמשים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כל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סשן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נשמר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ובאפליקציה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רואים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מתי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ואיפה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עובדים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הכי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טוב</a:t>
            </a:r>
            <a:r>
              <a:rPr lang="he-IL" sz="2200" dirty="0">
                <a:solidFill>
                  <a:srgbClr val="F5F5F5"/>
                </a:solidFill>
                <a:latin typeface="Arial"/>
              </a:rPr>
              <a:t> מה שבונה מעקב אישי</a:t>
            </a:r>
            <a:endParaRPr sz="2200" b="0" dirty="0">
              <a:solidFill>
                <a:srgbClr val="F5F5F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73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E5352B"/>
                </a:solidFill>
                <a:latin typeface="Arial"/>
              </a:rPr>
              <a:t>03  </a:t>
            </a:r>
            <a:r>
              <a:rPr lang="he-IL" sz="1800" b="1" dirty="0">
                <a:solidFill>
                  <a:srgbClr val="E5352B"/>
                </a:solidFill>
                <a:latin typeface="Arial"/>
              </a:rPr>
              <a:t> - </a:t>
            </a:r>
            <a:r>
              <a:rPr sz="1800" b="1" dirty="0" err="1">
                <a:solidFill>
                  <a:srgbClr val="E5352B"/>
                </a:solidFill>
                <a:latin typeface="Arial"/>
              </a:rPr>
              <a:t>השוק</a:t>
            </a:r>
            <a:endParaRPr sz="1800" b="1" dirty="0">
              <a:solidFill>
                <a:srgbClr val="E5352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אנשים שמתקשים להתרכז מול מסך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וזה רק הולך וגדל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1586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בעולם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·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שוק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כלי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הפוקוס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והפרודוקטיביות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כ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10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מיליארד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דולר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וצומח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כ9% 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בשנה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בישראל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· כ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400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אלף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סטודנטים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ומיליוני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עובדים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מול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מסך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בסיס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של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כ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800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אלף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איש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יעד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ראשון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· </a:t>
            </a:r>
            <a:r>
              <a:rPr lang="he-IL" sz="2200" b="0" dirty="0">
                <a:solidFill>
                  <a:srgbClr val="F5F5F5"/>
                </a:solidFill>
                <a:latin typeface="Arial"/>
              </a:rPr>
              <a:t> לפרסם את המוצר ולתפוס קהל יעד מהסטודנטים בארץ ובחו</a:t>
            </a:r>
            <a:r>
              <a:rPr lang="he-IL" sz="2200" dirty="0">
                <a:solidFill>
                  <a:srgbClr val="F5F5F5"/>
                </a:solidFill>
                <a:latin typeface="Arial"/>
              </a:rPr>
              <a:t>"ל</a:t>
            </a:r>
            <a:endParaRPr sz="2200" b="0" dirty="0">
              <a:solidFill>
                <a:srgbClr val="F5F5F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73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E5352B"/>
                </a:solidFill>
                <a:latin typeface="Arial"/>
              </a:rPr>
              <a:t>04</a:t>
            </a:r>
            <a:r>
              <a:rPr lang="he-IL" b="1" dirty="0">
                <a:solidFill>
                  <a:srgbClr val="E5352B"/>
                </a:solidFill>
                <a:latin typeface="Arial"/>
              </a:rPr>
              <a:t> -</a:t>
            </a:r>
            <a:r>
              <a:rPr sz="1800" b="1" dirty="0">
                <a:solidFill>
                  <a:srgbClr val="E5352B"/>
                </a:solidFill>
                <a:latin typeface="Arial"/>
              </a:rPr>
              <a:t>  </a:t>
            </a:r>
            <a:r>
              <a:rPr sz="1800" b="1" dirty="0" err="1">
                <a:solidFill>
                  <a:srgbClr val="E5352B"/>
                </a:solidFill>
                <a:latin typeface="Arial"/>
              </a:rPr>
              <a:t>תחרות</a:t>
            </a:r>
            <a:endParaRPr sz="1800" b="1" dirty="0">
              <a:solidFill>
                <a:srgbClr val="E5352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איך מתרכזים היום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ולמה זה לא מספיק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900"/>
              </a:spcAft>
            </a:pPr>
            <a:r>
              <a:rPr sz="2000" b="0" dirty="0">
                <a:solidFill>
                  <a:srgbClr val="A6A6A6"/>
                </a:solidFill>
                <a:latin typeface="Arial"/>
              </a:rPr>
              <a:t>• 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אפליקציות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פוקוס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חיות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בטלפון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·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אותו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מכשיר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שמסיח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אתכם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מלכתחילה</a:t>
            </a:r>
            <a:endParaRPr sz="2000" b="0" dirty="0">
              <a:solidFill>
                <a:srgbClr val="A6A6A6"/>
              </a:solidFill>
              <a:latin typeface="Arial"/>
            </a:endParaRPr>
          </a:p>
          <a:p>
            <a:pPr algn="r" rtl="1">
              <a:lnSpc>
                <a:spcPct val="112000"/>
              </a:lnSpc>
              <a:spcAft>
                <a:spcPts val="900"/>
              </a:spcAft>
            </a:pPr>
            <a:r>
              <a:rPr sz="2000" b="0" dirty="0">
                <a:solidFill>
                  <a:srgbClr val="A6A6A6"/>
                </a:solidFill>
                <a:latin typeface="Arial"/>
              </a:rPr>
              <a:t>• 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טיימר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רגיל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סופר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דקות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·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אבל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לא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יודע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אם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באמת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התרכזתם</a:t>
            </a:r>
            <a:endParaRPr sz="2000" b="0" dirty="0">
              <a:solidFill>
                <a:srgbClr val="A6A6A6"/>
              </a:solidFill>
              <a:latin typeface="Arial"/>
            </a:endParaRPr>
          </a:p>
          <a:p>
            <a:pPr algn="r" rtl="1">
              <a:lnSpc>
                <a:spcPct val="112000"/>
              </a:lnSpc>
              <a:spcAft>
                <a:spcPts val="1200"/>
              </a:spcAft>
            </a:pPr>
            <a:r>
              <a:rPr sz="2000" b="0" dirty="0">
                <a:solidFill>
                  <a:srgbClr val="A6A6A6"/>
                </a:solidFill>
                <a:latin typeface="Arial"/>
              </a:rPr>
              <a:t>• 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טלפון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בחדר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אחר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או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כוח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רצון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·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הכי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נפוץ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והכי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פחות</a:t>
            </a:r>
            <a:r>
              <a:rPr sz="2000" b="0" dirty="0">
                <a:solidFill>
                  <a:srgbClr val="A6A6A6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A6A6A6"/>
                </a:solidFill>
                <a:latin typeface="Arial"/>
              </a:rPr>
              <a:t>מחזיק</a:t>
            </a:r>
            <a:endParaRPr sz="2000" b="0" dirty="0">
              <a:solidFill>
                <a:srgbClr val="A6A6A6"/>
              </a:solidFill>
              <a:latin typeface="Arial"/>
            </a:endParaRPr>
          </a:p>
          <a:p>
            <a:pPr algn="r" rtl="1">
              <a:lnSpc>
                <a:spcPct val="112000"/>
              </a:lnSpc>
              <a:spcAft>
                <a:spcPts val="900"/>
              </a:spcAft>
            </a:pPr>
            <a:r>
              <a:rPr sz="2000" b="1" dirty="0" err="1">
                <a:solidFill>
                  <a:srgbClr val="F5F5F5"/>
                </a:solidFill>
                <a:latin typeface="Arial"/>
              </a:rPr>
              <a:t>קמתם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לקפה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?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הקופסה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משהה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לבד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·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חזרתם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והיא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ממשיכה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·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סופרת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ריכוז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אמיתי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ולא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שעון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קיר</a:t>
            </a:r>
            <a:endParaRPr sz="2000" b="1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2000"/>
              </a:lnSpc>
              <a:spcAft>
                <a:spcPts val="900"/>
              </a:spcAft>
            </a:pPr>
            <a:r>
              <a:rPr sz="2000" b="1" dirty="0" err="1">
                <a:solidFill>
                  <a:srgbClr val="F5F5F5"/>
                </a:solidFill>
                <a:latin typeface="Arial"/>
              </a:rPr>
              <a:t>הקשב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נשבר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?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רטט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עדין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על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השולחן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מחזיר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אתכם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פנימה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·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בלי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עוד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התראה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ובלי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מסך</a:t>
            </a:r>
            <a:endParaRPr sz="2000" b="1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000" b="1" dirty="0" err="1">
                <a:solidFill>
                  <a:srgbClr val="F5F5F5"/>
                </a:solidFill>
                <a:latin typeface="Arial"/>
              </a:rPr>
              <a:t>כל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סשן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מקבל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ציון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פוקוס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·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ובאפליקציה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רואים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מתי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ואיפה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אתם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הכי</a:t>
            </a:r>
            <a:r>
              <a:rPr sz="2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5F5"/>
                </a:solidFill>
                <a:latin typeface="Arial"/>
              </a:rPr>
              <a:t>חדים</a:t>
            </a:r>
            <a:endParaRPr sz="2000" b="1" dirty="0">
              <a:solidFill>
                <a:srgbClr val="F5F5F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54480"/>
            <a:ext cx="4114800" cy="36837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 dirty="0">
                <a:solidFill>
                  <a:srgbClr val="262626"/>
                </a:solidFill>
                <a:latin typeface="Arial"/>
              </a:rPr>
              <a:t>0</a:t>
            </a:r>
            <a:r>
              <a:rPr lang="he-IL" sz="23000" b="1" dirty="0">
                <a:solidFill>
                  <a:srgbClr val="262626"/>
                </a:solidFill>
                <a:latin typeface="Arial"/>
              </a:rPr>
              <a:t>5</a:t>
            </a:r>
            <a:endParaRPr sz="23000" b="1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73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lang="he-IL" sz="1800" b="1" dirty="0">
                <a:solidFill>
                  <a:srgbClr val="E5352B"/>
                </a:solidFill>
                <a:latin typeface="Arial"/>
              </a:rPr>
              <a:t>05</a:t>
            </a:r>
            <a:r>
              <a:rPr sz="1800" b="1" dirty="0">
                <a:solidFill>
                  <a:srgbClr val="E5352B"/>
                </a:solidFill>
                <a:latin typeface="Arial"/>
              </a:rPr>
              <a:t>  </a:t>
            </a:r>
            <a:r>
              <a:rPr lang="he-IL" sz="1800" b="1" dirty="0">
                <a:solidFill>
                  <a:srgbClr val="E5352B"/>
                </a:solidFill>
                <a:latin typeface="Arial"/>
              </a:rPr>
              <a:t> - </a:t>
            </a:r>
            <a:r>
              <a:rPr sz="1800" b="1" dirty="0" err="1">
                <a:solidFill>
                  <a:srgbClr val="E5352B"/>
                </a:solidFill>
                <a:latin typeface="Arial"/>
              </a:rPr>
              <a:t>הבקשה</a:t>
            </a:r>
            <a:endParaRPr sz="1800" b="1" dirty="0">
              <a:solidFill>
                <a:srgbClr val="E5352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241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 dirty="0" err="1">
                <a:solidFill>
                  <a:srgbClr val="F5F5F5"/>
                </a:solidFill>
                <a:latin typeface="Arial"/>
              </a:rPr>
              <a:t>מה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F5F5F5"/>
                </a:solidFill>
                <a:latin typeface="Arial"/>
              </a:rPr>
              <a:t>אנחנו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F5F5F5"/>
                </a:solidFill>
                <a:latin typeface="Arial"/>
              </a:rPr>
              <a:t>מחפשים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: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 dirty="0" err="1">
                <a:solidFill>
                  <a:srgbClr val="F5F5F5"/>
                </a:solidFill>
                <a:latin typeface="Arial"/>
              </a:rPr>
              <a:t>שותף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F5F5F5"/>
                </a:solidFill>
                <a:latin typeface="Arial"/>
              </a:rPr>
              <a:t>ראשון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F5F5F5"/>
                </a:solidFill>
                <a:latin typeface="Arial"/>
              </a:rPr>
              <a:t>שינסה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F5F5F5"/>
                </a:solidFill>
                <a:latin typeface="Arial"/>
              </a:rPr>
              <a:t>את</a:t>
            </a:r>
            <a:r>
              <a:rPr sz="36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600" b="1" dirty="0" err="1">
                <a:solidFill>
                  <a:srgbClr val="F5F5F5"/>
                </a:solidFill>
                <a:latin typeface="Arial"/>
              </a:rPr>
              <a:t>MindBox</a:t>
            </a:r>
            <a:endParaRPr sz="3600" b="1" dirty="0">
              <a:solidFill>
                <a:srgbClr val="F5F5F5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16375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מתאים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: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צוות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שעובד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מרחוק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מרחב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עבודה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משותף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או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קבוצת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לומדים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נצטרך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: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בין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עשרה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לעשרים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משתמשים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לכמה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שבועות</a:t>
            </a:r>
            <a:endParaRPr sz="2200" b="0" dirty="0">
              <a:solidFill>
                <a:srgbClr val="F5F5F5"/>
              </a:solidFill>
              <a:latin typeface="Arial"/>
            </a:endParaRP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 dirty="0">
                <a:solidFill>
                  <a:srgbClr val="F5F5F5"/>
                </a:solidFill>
                <a:latin typeface="Arial"/>
              </a:rPr>
              <a:t>• 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כולם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מרוויחים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: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הם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מקבלים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כלי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פוקוס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אמיתי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ואנחנו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מקבלים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משוב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וסיפור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הצלחה</a:t>
            </a:r>
            <a:r>
              <a:rPr sz="2200" b="0" dirty="0">
                <a:solidFill>
                  <a:srgbClr val="F5F5F5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F5F5F5"/>
                </a:solidFill>
                <a:latin typeface="Arial"/>
              </a:rPr>
              <a:t>ראשון</a:t>
            </a:r>
            <a:endParaRPr sz="2200" b="0" dirty="0">
              <a:solidFill>
                <a:srgbClr val="F5F5F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84648" y="1965960"/>
            <a:ext cx="18288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01967"/>
            <a:ext cx="10360152" cy="11455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3000" b="1" dirty="0" err="1">
                <a:solidFill>
                  <a:srgbClr val="F5F5F5"/>
                </a:solidFill>
                <a:latin typeface="Arial"/>
              </a:rPr>
              <a:t>שאף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אחד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לא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יסיים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עוד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יום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מול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המסך</a:t>
            </a:r>
            <a:endParaRPr sz="3000" b="1" dirty="0">
              <a:solidFill>
                <a:srgbClr val="F5F5F5"/>
              </a:solidFill>
              <a:latin typeface="Arial"/>
            </a:endParaRPr>
          </a:p>
          <a:p>
            <a:pPr algn="ctr" rtl="1">
              <a:lnSpc>
                <a:spcPct val="110000"/>
              </a:lnSpc>
              <a:spcAft>
                <a:spcPts val="0"/>
              </a:spcAft>
            </a:pPr>
            <a:r>
              <a:rPr sz="3000" b="1" dirty="0" err="1">
                <a:solidFill>
                  <a:srgbClr val="F5F5F5"/>
                </a:solidFill>
                <a:latin typeface="Arial"/>
              </a:rPr>
              <a:t>בלי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לדעת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אם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באמת</a:t>
            </a:r>
            <a:r>
              <a:rPr sz="3000" b="1" dirty="0">
                <a:solidFill>
                  <a:srgbClr val="F5F5F5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5F5F5"/>
                </a:solidFill>
                <a:latin typeface="Arial"/>
              </a:rPr>
              <a:t>עבד</a:t>
            </a:r>
            <a:endParaRPr sz="3000" b="1" dirty="0">
              <a:solidFill>
                <a:srgbClr val="F5F5F5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3734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800" b="1" dirty="0" err="1">
                <a:solidFill>
                  <a:srgbClr val="F5F5F5"/>
                </a:solidFill>
                <a:latin typeface="Arial"/>
              </a:rPr>
              <a:t>תודה</a:t>
            </a:r>
            <a:endParaRPr sz="1800" b="1" dirty="0">
              <a:solidFill>
                <a:srgbClr val="F5F5F5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553</Words>
  <Application>Microsoft Office PowerPoint</Application>
  <PresentationFormat>מסך רחב</PresentationFormat>
  <Paragraphs>57</Paragraphs>
  <Slides>7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Taiyo Yemin</cp:lastModifiedBy>
  <cp:revision>6</cp:revision>
  <dcterms:created xsi:type="dcterms:W3CDTF">2013-01-27T09:14:16Z</dcterms:created>
  <dcterms:modified xsi:type="dcterms:W3CDTF">2026-06-23T16:54:13Z</dcterms:modified>
  <cp:category/>
</cp:coreProperties>
</file>